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287000" cy="12852441"/>
  <p:notesSz cx="12852441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86200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WHAT IS EL NIÑO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4224528"/>
            <a:ext cx="90982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El Niño is a shift in ocean temperatures that happens every few years.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6903720"/>
            <a:ext cx="9098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Warm water in the Pacific Ocean shifts east. This changes wind patterns and rainfall across Australia. It's not a disaster, it's just the climate doing what it does.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El Niño is different. Some years are hotter and drier. Some years bring rain. That's why the forecast matters more than the label.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" y="11841480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acwise.au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657600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EL NIÑO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3995928"/>
            <a:ext cx="90982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El Niño is here.</a:t>
            </a:r>
            <a:endParaRPr lang="en-US" sz="44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But this one isn't</a:t>
            </a:r>
            <a:endParaRPr lang="en-US" sz="44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following the textbook.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6720840"/>
            <a:ext cx="9098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0C6A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So what does that mean for summer?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30936" y="7589520"/>
            <a:ext cx="9098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Australia's weather is being influenced by more than one climate driver. Here's what we know - and what it could mean for your home.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1841480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acwise.au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931920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FIRST, THE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4270248"/>
            <a:ext cx="90982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El Niño doesn't mean everywhere gets hotter.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6172200"/>
            <a:ext cx="9098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0C6A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It changes the odds.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30936" y="7040880"/>
            <a:ext cx="9098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Niño typically shifts Australia's climate towards warmer daytime temperatures and drier conditions across parts of the country.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But every El Niño is different.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0561320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Bureau of Meteorology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1841480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acwise.au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4069080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THIS YEAR IS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4407408"/>
            <a:ext cx="90982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Pacific is only part of the story.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6309360"/>
            <a:ext cx="9098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Niño would normally push parts of Australia towards drier conditions.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But other climate influences - including unusually warm surrounding oceans - can change how that pattern plays out.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" y="8183880"/>
            <a:ext cx="9098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0C6A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That's why “El Niño = hot and dry” is too simple.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1841480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acwise.au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2971800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WHAT IT MEANS AT HOME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3310128"/>
            <a:ext cx="90982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forecast isn't a guarantee.</a:t>
            </a:r>
            <a:endParaRPr lang="en-US" sz="44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It's a reason to plan.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5897880"/>
            <a:ext cx="9098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Warmer-than-average conditions are favoured across significant parts of Australia this spring.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" y="6720840"/>
            <a:ext cx="9098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If you're already thinking about: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717804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-&gt;  servicing an existing system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-&gt;  replacing an ageing system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-&gt;  installing air conditioning before summer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8412480"/>
            <a:ext cx="9098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spring gives you time to make that decision properly.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" y="9144000"/>
            <a:ext cx="9098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0C6A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Before you actually need it.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11841480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acwise.au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154680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MAKE A WISE CHOICE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3493008"/>
            <a:ext cx="90982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Thinking about air conditioning before summer?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6172200"/>
            <a:ext cx="9098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Tell us what you need and we'll help connect you with a vetted local air conditioning professional.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" y="7178040"/>
            <a:ext cx="909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6A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GET A QUOTE  →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7909560"/>
            <a:ext cx="9098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call centre.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pressure.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1F1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Just a clearer way to find the right professional.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9189720"/>
            <a:ext cx="9098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00" b="1" spc="100" kern="0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 WISE</a:t>
            </a:r>
            <a:endParaRPr lang="en-US" sz="22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200" b="1" spc="100" kern="0" dirty="0">
                <a:solidFill>
                  <a:srgbClr val="F1F1F1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MAKE WISE CHOICES.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30936" y="11841480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FF6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acwise.au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Nino 2026</dc:title>
  <dc:subject>PptxGenJS Presentation</dc:subject>
  <dc:creator>AC Wise</dc:creator>
  <cp:lastModifiedBy>AC Wise</cp:lastModifiedBy>
  <cp:revision>1</cp:revision>
  <dcterms:created xsi:type="dcterms:W3CDTF">2026-08-29T13:47:55Z</dcterms:created>
  <dcterms:modified xsi:type="dcterms:W3CDTF">2026-08-29T13:47:55Z</dcterms:modified>
</cp:coreProperties>
</file>